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altLang="en-US" dirty="0"/>
              <a:t>ijkuyfdsfghujikolcrdkfmjnhbljh</a:t>
            </a:r>
            <a:endParaRPr lang="en-I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altLang="en-US"/>
              <a:t>dl,.kmnjhbngvhbnjkm,l</a:t>
            </a:r>
            <a:endParaRPr lang="en-I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ijkuyfdsfghujikoljh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ijkuyfdsfghujikoljh</dc:title>
  <dc:creator>pooja</dc:creator>
  <cp:lastModifiedBy>pooja</cp:lastModifiedBy>
  <cp:revision>3</cp:revision>
  <dcterms:created xsi:type="dcterms:W3CDTF">2022-07-10T18:56:00Z</dcterms:created>
  <dcterms:modified xsi:type="dcterms:W3CDTF">2022-07-10T18:57:52Z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9497E97389C14D8DBAA1891EE106D011</vt:lpwstr>
  </property>
  <property fmtid="{D5CDD505-2E9C-101B-9397-08002B2CF9AE}" pid="3" name="KSOProductBuildVer">
    <vt:lpwstr>1033-11.2.0.11191</vt:lpwstr>
  </property>
</Properties>
</file>