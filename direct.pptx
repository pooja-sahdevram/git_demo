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2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249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06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547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149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43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084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063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537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876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560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286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300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013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WPS Presentation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WPS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pooja</dc:creator>
  <dcterms:created xsi:type="dcterms:W3CDTF">2022-07-10T19:22:57Z</dcterms:created>
</cp:coreProperties>
</file>